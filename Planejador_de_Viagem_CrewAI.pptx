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Planejador de Viagem Personalizado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Calibri"/>
              </a:defRPr>
            </a:pPr>
            <a:r>
              <a:t>Roteiros inteligentes com agentes de IA usando CrewAI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DEFB"/>
                </a:solidFill>
                <a:latin typeface="Calibri"/>
              </a:defRPr>
            </a:pPr>
            <a:r>
              <a:t>CrewAction - Marco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Stack: CrewAI + Streamlit + OpenAI + SerperDev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Visao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D51"/>
                </a:solidFill>
                <a:latin typeface="Calibri"/>
              </a:defRPr>
            </a:pPr>
            <a:r>
              <a:t>O que 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Uma aplicacao web que gera roteiros de viagem completos, dia a dia, utilizando 3 agentes de IA orquestrados pelo framework CrewAI em processo sequencial.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D51"/>
                </a:solidFill>
                <a:latin typeface="Calibri"/>
              </a:defRPr>
            </a:pPr>
            <a:r>
              <a:t>Como funciona?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Usuario informa: destino, datas, orcamento, estilo e numero de viajantes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3 agentes especializados trabalham em sequencia, passando contexto entre si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Resultado: roteiro detalhado em Markdown com custos estimados e dicas praticas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Interface em tempo real mostra o progresso de cada agente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Arquitetura: CrewAI Sequential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3200400" cy="32004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Pesquisador</a:t>
            </a:r>
            <a:br/>
            <a:r>
              <a:t>de Destinos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Calibri"/>
              </a:defRPr>
            </a:pPr>
            <a:r>
              <a:t>Pesquisa clima,</a:t>
            </a:r>
            <a:br/>
            <a:r>
              <a:t>moeda, transporte,</a:t>
            </a:r>
            <a:br/>
            <a:r>
              <a:t>vistos, seguranca,</a:t>
            </a:r>
            <a:br/>
            <a:r>
              <a:t>bairros e eventos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1828800"/>
            <a:ext cx="320040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77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Curador de</a:t>
            </a:r>
            <a:br/>
            <a:r>
              <a:t>Experiencias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Seleciona hoteis,</a:t>
            </a:r>
            <a:br/>
            <a:r>
              <a:t>restaurantes,</a:t>
            </a:r>
            <a:br/>
            <a:r>
              <a:t>atracoes e</a:t>
            </a:r>
            <a:br/>
            <a:r>
              <a:t>experiencias alternativas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alibri"/>
              </a:defRPr>
            </a:pPr>
            <a:r>
              <a:t>&gt;&gt;&gt;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828800"/>
            <a:ext cx="3200400" cy="32004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Agente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Redator de</a:t>
            </a:r>
            <a:br/>
            <a:r>
              <a:t>Roteiros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0E0E0"/>
                </a:solidFill>
                <a:latin typeface="Calibri"/>
              </a:defRPr>
            </a:pPr>
            <a:r>
              <a:t>Escreve roteiro</a:t>
            </a:r>
            <a:br/>
            <a:r>
              <a:t>dia a dia com</a:t>
            </a:r>
            <a:br/>
            <a:r>
              <a:t>horarios, dicas</a:t>
            </a:r>
            <a:br/>
            <a:r>
              <a:t>e custos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Processo: Sequential  |  Contexto passado entre 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Ferramenta: SerperDevTool (busca web) no Agente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Agentes e Tarefas em Detalhe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88E5"/>
                </a:solidFill>
                <a:latin typeface="Calibri"/>
              </a:defRPr>
            </a:pPr>
            <a:r>
              <a:t>Pesquisador de Destinos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Ferramenta: SerperDevTool (busca web via API SerperDev)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385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Pesquisa: clima, moeda, cambio, transporte, vistos, seguranca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3113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Identifica bairros recomendados por estilo de viagem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237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Mapeia eventos e festivais no periodo da viagem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163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Output: Relatorio detalhado do destino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37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Curador de Experiencias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Recebe contexto da pesquisa do Agente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Seleciona 2-3 opcoes de hospedagem com diarias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513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Recomenda restaurantes variados (min. 1 por dia)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44398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Lista atracoes principais e experiencias alternativas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736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Agrupa atividades por proximidade geografica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137160" cy="320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Calibri"/>
              </a:defRPr>
            </a:pPr>
            <a:r>
              <a:t>Redator de Roteiros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Recebe contexto dos Agentes 1 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79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Formata roteiro: Dia X - [Titulo tematico]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0716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Divide cada dia: Manha / Tarde / Noite com horarios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636422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Inclui dicas praticas e custos estimados por 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6568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Resumo final: gastos vs orcamento, checklist, frases uteis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Interface do Usuario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Formulario de Entrada (Sidebar)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Campo de texto: destino da viagem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Seletores de data: ida e volta (com validacao)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Slider de orcamento: R$ 500 a R$ 500.000 (step 500)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Dropdown: estilo de viagem (4 opcoes)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Slider: numero de viajantes (1-10)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Botao de submissao com validacao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Area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Tela de boas-vindas com destaques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Progresso em tempo real durante execucao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Status por agente: executando / concluido / erro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Resultado formatado em Markdown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Botao de download do roteiro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Tratamento de erros com opcao de retry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D51"/>
                </a:solidFill>
                <a:latin typeface="Calibri"/>
              </a:defRPr>
            </a:pPr>
            <a:r>
              <a:t>Estilos de Viagem Suportados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Aventura (trilhas, esportes)  |  Cultura (museus, historia)  |  Gastronomia (restaurantes, mercados)  |  Relaxamento (praias, spas)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Sistema de Eventos e Concorrencia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ProgressListener (Event Listener)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Herda de BaseEventListener do CrewAI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Captura eventos: CrewKickoff, AgentExecution, Task, ToolUsage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ProgressState: dataclass thread-safe com Lock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Atualiza status em tempo real: running / done / error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Armazena resultado final e mensagens de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Modelo de Concorrencia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UI roda na thread principal do Streamlit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Crew executa em thread daemon separada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Comunicacao via ProgressState compartilhado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Lock garante thread-safety nas escritas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UI faz polling a cada 1 segundo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Fluxo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Input (Streamlit) -&gt; Validacao -&gt; Thread(daemon) -&gt; Crew.kickoff() -&gt; ProgressListener captura eventos -&gt; ProgressState atualizado -&gt; UI renderiza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Stack Tecnica e Configuracao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Dependencias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Python &gt;= 3.11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CrewAI[tools] &gt;= 0.108.0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Streamlit &gt;= 1.41.0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python-dotenv &gt;= 1.0.0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LLM: gpt-4o-mini (temp: 0.7)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Configuracao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Agentes definidos em config/agents.yaml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Tarefas definidas em config/tasks.yaml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Variaveis de ambiente via .env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OPENAI_API_KEY (obrigatorio)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SERPER_API_KEY (opcional, para busca web)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D51"/>
                </a:solidFill>
                <a:latin typeface="Calibri"/>
              </a:defRPr>
            </a:pPr>
            <a:r>
              <a:t>Estrutura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app.py — Interface Streamlit (formulario, progresso, resultado)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crew.py — Fabrica de Crew (agentes, tarefas, LLM)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config/agents.yaml — Configuracao dos 3 agentes (roles, goals, backstories)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config/tasks.yaml — Configuracao das 3 tarefas (descricoes, outputs esperados)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listeners/progress_listener.py — Event listener com ProgressState thread-safe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560320"/>
            <a:ext cx="2103120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0175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BDEFB"/>
                </a:solidFill>
                <a:latin typeface="Calibri"/>
              </a:defRPr>
            </a:pPr>
            <a:r>
              <a:t>✔ 3 agentes especializados com pipeline sequencial</a:t>
            </a:r>
          </a:p>
          <a:p>
            <a:pPr>
              <a:spcAft>
                <a:spcPts val="600"/>
              </a:spcAft>
              <a:defRPr sz="1800">
                <a:solidFill>
                  <a:srgbClr val="BBDEFB"/>
                </a:solidFill>
                <a:latin typeface="Calibri"/>
              </a:defRPr>
            </a:pPr>
            <a:r>
              <a:t>✔ Interface interativa com feedback em tempo real</a:t>
            </a:r>
          </a:p>
          <a:p>
            <a:pPr>
              <a:spcAft>
                <a:spcPts val="600"/>
              </a:spcAft>
              <a:defRPr sz="1800">
                <a:solidFill>
                  <a:srgbClr val="BBDEFB"/>
                </a:solidFill>
                <a:latin typeface="Calibri"/>
              </a:defRPr>
            </a:pPr>
            <a:r>
              <a:t>✔ Configuracao flexivel via YAML e variaveis de ambiente</a:t>
            </a:r>
          </a:p>
          <a:p>
            <a:pPr>
              <a:spcAft>
                <a:spcPts val="600"/>
              </a:spcAft>
              <a:defRPr sz="1800">
                <a:solidFill>
                  <a:srgbClr val="BBDEFB"/>
                </a:solidFill>
                <a:latin typeface="Calibri"/>
              </a:defRPr>
            </a:pPr>
            <a:r>
              <a:t>✔ Arquitetura thread-safe para execucao concorrente</a:t>
            </a:r>
          </a:p>
          <a:p>
            <a:pPr>
              <a:spcAft>
                <a:spcPts val="600"/>
              </a:spcAft>
              <a:defRPr sz="1800">
                <a:solidFill>
                  <a:srgbClr val="BBDEFB"/>
                </a:solidFill>
                <a:latin typeface="Calibri"/>
              </a:defRPr>
            </a:pPr>
            <a:r>
              <a:t>✔ Roteiros completos com custos, dicas e frases uteis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CrewAction - Marco 2026  |  CrewAI + Streamlit +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